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Candara" panose="020E0502030303020204" pitchFamily="34" charset="0"/>
      <p:regular r:id="rId8"/>
      <p:bold r:id="rId9"/>
      <p:italic r:id="rId10"/>
      <p:boldItalic r:id="rId11"/>
    </p:embeddedFont>
    <p:embeddedFont>
      <p:font typeface="Corbel" panose="020B0503020204020204" pitchFamily="3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jLW2nbQ1KmjYmyiGzkoeZqI+r+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DF87330-F45F-4541-BB3C-0F9A130F2DED}">
  <a:tblStyle styleId="{0DF87330-F45F-4541-BB3C-0F9A130F2DED}" styleName="Table_0">
    <a:wholeTbl>
      <a:tcTxStyle b="off" i="off">
        <a:font>
          <a:latin typeface="Candara"/>
          <a:ea typeface="Candara"/>
          <a:cs typeface="Candara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ndara"/>
          <a:ea typeface="Candara"/>
          <a:cs typeface="Candara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Candara"/>
          <a:ea typeface="Candara"/>
          <a:cs typeface="Candara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Candara"/>
          <a:ea typeface="Candara"/>
          <a:cs typeface="Candara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ndara"/>
          <a:ea typeface="Candara"/>
          <a:cs typeface="Candara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ableStyles" Target="tableStyles.xml"/><Relationship Id="rId10" Type="http://schemas.openxmlformats.org/officeDocument/2006/relationships/font" Target="fonts/font3.fntdata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A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A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A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A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l título">
  <p:cSld name="Diapositiva del título">
    <p:bg>
      <p:bgPr>
        <a:solidFill>
          <a:srgbClr val="F2F2F2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>
            <a:spLocks noGrp="1"/>
          </p:cNvSpPr>
          <p:nvPr>
            <p:ph type="pic" idx="2"/>
          </p:nvPr>
        </p:nvSpPr>
        <p:spPr>
          <a:xfrm>
            <a:off x="0" y="0"/>
            <a:ext cx="9780588" cy="6804025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" name="Google Shape;23;p7"/>
          <p:cNvSpPr txBox="1">
            <a:spLocks noGrp="1"/>
          </p:cNvSpPr>
          <p:nvPr>
            <p:ph type="ctrTitle"/>
          </p:nvPr>
        </p:nvSpPr>
        <p:spPr>
          <a:xfrm>
            <a:off x="3200400" y="2811053"/>
            <a:ext cx="8991600" cy="12612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80000" tIns="180000" rIns="252000" bIns="180000" anchor="t" anchorCtr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800"/>
              <a:buFont typeface="Corbel"/>
              <a:buNone/>
              <a:defRPr sz="38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  <a:prstGeom prst="rect">
            <a:avLst/>
          </a:prstGeom>
          <a:solidFill>
            <a:schemeClr val="dk1">
              <a:alpha val="80000"/>
            </a:schemeClr>
          </a:solidFill>
          <a:ln>
            <a:noFill/>
          </a:ln>
        </p:spPr>
        <p:txBody>
          <a:bodyPr spcFirstLastPara="1" wrap="square" lIns="180000" tIns="180000" rIns="180000" bIns="180000" anchor="t" anchorCtr="0">
            <a:no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/>
          <p:nvPr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26" name="Google Shape;26;p7"/>
          <p:cNvSpPr/>
          <p:nvPr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27" name="Google Shape;27;p7"/>
          <p:cNvSpPr/>
          <p:nvPr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28" name="Google Shape;28;p7"/>
          <p:cNvSpPr/>
          <p:nvPr/>
        </p:nvSpPr>
        <p:spPr>
          <a:xfrm>
            <a:off x="9780588" y="269861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de la imagen del texto 1">
  <p:cSld name="Diseño de la imagen del texto 1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>
            <a:spLocks noGrp="1"/>
          </p:cNvSpPr>
          <p:nvPr>
            <p:ph type="pic" idx="2"/>
          </p:nvPr>
        </p:nvSpPr>
        <p:spPr>
          <a:xfrm>
            <a:off x="6096000" y="-1"/>
            <a:ext cx="6096000" cy="637135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7111800" y="3802899"/>
            <a:ext cx="4648200" cy="985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80000" tIns="180000" rIns="180000" bIns="180000" anchor="ctr" anchorCtr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800"/>
              <a:buFont typeface="Corbel"/>
              <a:buNone/>
              <a:defRPr sz="3800" b="1"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7111800" y="4787900"/>
            <a:ext cx="4648200" cy="1162800"/>
          </a:xfrm>
          <a:prstGeom prst="rect">
            <a:avLst/>
          </a:prstGeom>
          <a:solidFill>
            <a:schemeClr val="dk1">
              <a:alpha val="80000"/>
            </a:schemeClr>
          </a:solidFill>
          <a:ln>
            <a:noFill/>
          </a:ln>
        </p:spPr>
        <p:txBody>
          <a:bodyPr spcFirstLastPara="1" wrap="square" lIns="180000" tIns="180000" rIns="180000" bIns="180000" anchor="t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body" idx="3"/>
          </p:nvPr>
        </p:nvSpPr>
        <p:spPr>
          <a:xfrm>
            <a:off x="432000" y="2668686"/>
            <a:ext cx="5472000" cy="299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A"/>
              <a:t>‹Nº›</a:t>
            </a:fld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9348588" y="3700775"/>
            <a:ext cx="2411412" cy="1148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ivisoria 1">
  <p:cSld name="Diapositiva divisoria 1">
    <p:bg>
      <p:bgPr>
        <a:solidFill>
          <a:srgbClr val="F2F2F2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>
            <a:spLocks noGrp="1"/>
          </p:cNvSpPr>
          <p:nvPr>
            <p:ph type="pic" idx="2"/>
          </p:nvPr>
        </p:nvSpPr>
        <p:spPr>
          <a:xfrm>
            <a:off x="0" y="0"/>
            <a:ext cx="9780588" cy="6371351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9" name="Google Shape;39;p9"/>
          <p:cNvSpPr txBox="1">
            <a:spLocks noGrp="1"/>
          </p:cNvSpPr>
          <p:nvPr>
            <p:ph type="ctrTitle"/>
          </p:nvPr>
        </p:nvSpPr>
        <p:spPr>
          <a:xfrm>
            <a:off x="6235700" y="2204792"/>
            <a:ext cx="5956300" cy="194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80000" tIns="180000" rIns="252000" bIns="180000" anchor="t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800"/>
              <a:buFont typeface="Corbel"/>
              <a:buNone/>
              <a:defRPr sz="38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1"/>
          </p:nvPr>
        </p:nvSpPr>
        <p:spPr>
          <a:xfrm>
            <a:off x="6235700" y="4148860"/>
            <a:ext cx="5956300" cy="1100565"/>
          </a:xfrm>
          <a:prstGeom prst="rect">
            <a:avLst/>
          </a:prstGeom>
          <a:solidFill>
            <a:schemeClr val="dk1">
              <a:alpha val="80000"/>
            </a:schemeClr>
          </a:solidFill>
          <a:ln>
            <a:noFill/>
          </a:ln>
        </p:spPr>
        <p:txBody>
          <a:bodyPr spcFirstLastPara="1" wrap="square" lIns="180000" tIns="180000" rIns="252000" bIns="180000" anchor="t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marL="2286000" lvl="4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ftr" idx="11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/>
          <p:nvPr/>
        </p:nvSpPr>
        <p:spPr>
          <a:xfrm>
            <a:off x="9780588" y="52477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3" name="Google Shape;43;p9"/>
          <p:cNvSpPr/>
          <p:nvPr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4" name="Google Shape;44;p9"/>
          <p:cNvSpPr/>
          <p:nvPr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5" name="Google Shape;45;p9"/>
          <p:cNvSpPr/>
          <p:nvPr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6" name="Google Shape;46;p9"/>
          <p:cNvSpPr txBox="1">
            <a:spLocks noGrp="1"/>
          </p:cNvSpPr>
          <p:nvPr>
            <p:ph type="sldNum" idx="12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A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ivisoria 2">
  <p:cSld name="Diapositiva divisoria 2">
    <p:bg>
      <p:bgPr>
        <a:solidFill>
          <a:srgbClr val="3F3F3F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>
            <a:spLocks noGrp="1"/>
          </p:cNvSpPr>
          <p:nvPr>
            <p:ph type="pic" idx="2"/>
          </p:nvPr>
        </p:nvSpPr>
        <p:spPr>
          <a:xfrm>
            <a:off x="2411412" y="0"/>
            <a:ext cx="9780588" cy="6371351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9" name="Google Shape;49;p10"/>
          <p:cNvSpPr txBox="1">
            <a:spLocks noGrp="1"/>
          </p:cNvSpPr>
          <p:nvPr>
            <p:ph type="title"/>
          </p:nvPr>
        </p:nvSpPr>
        <p:spPr>
          <a:xfrm>
            <a:off x="-1700" y="2156226"/>
            <a:ext cx="5958000" cy="1958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252000" tIns="180000" rIns="180000" bIns="18000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800"/>
              <a:buFont typeface="Corbel"/>
              <a:buNone/>
              <a:defRPr sz="3800" b="1">
                <a:solidFill>
                  <a:srgbClr val="3F3F3F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0" y="4110760"/>
            <a:ext cx="5956300" cy="1100565"/>
          </a:xfrm>
          <a:prstGeom prst="rect">
            <a:avLst/>
          </a:prstGeom>
          <a:solidFill>
            <a:schemeClr val="dk1">
              <a:alpha val="80000"/>
            </a:schemeClr>
          </a:solidFill>
          <a:ln>
            <a:noFill/>
          </a:ln>
        </p:spPr>
        <p:txBody>
          <a:bodyPr spcFirstLastPara="1" wrap="square" lIns="252000" tIns="180000" rIns="180000" bIns="1800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marL="2286000" lvl="4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ftr" idx="11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"/>
          <p:cNvSpPr/>
          <p:nvPr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3" name="Google Shape;53;p10"/>
          <p:cNvSpPr/>
          <p:nvPr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4" name="Google Shape;54;p10"/>
          <p:cNvSpPr/>
          <p:nvPr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5" name="Google Shape;55;p10"/>
          <p:cNvSpPr/>
          <p:nvPr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A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de la imagen del texto 2">
  <p:cSld name="Diseño de la imagen del texto 2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>
            <a:spLocks noGrp="1"/>
          </p:cNvSpPr>
          <p:nvPr>
            <p:ph type="pic" idx="2"/>
          </p:nvPr>
        </p:nvSpPr>
        <p:spPr>
          <a:xfrm>
            <a:off x="0" y="-1"/>
            <a:ext cx="6096000" cy="637135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9" name="Google Shape;59;p11"/>
          <p:cNvSpPr txBox="1">
            <a:spLocks noGrp="1"/>
          </p:cNvSpPr>
          <p:nvPr>
            <p:ph type="title"/>
          </p:nvPr>
        </p:nvSpPr>
        <p:spPr>
          <a:xfrm>
            <a:off x="5118100" y="1869795"/>
            <a:ext cx="6641900" cy="112434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80000" tIns="180000" rIns="180000" bIns="18000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800"/>
              <a:buFont typeface="Corbel"/>
              <a:buNone/>
              <a:defRPr sz="3800" b="1"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1"/>
          </p:nvPr>
        </p:nvSpPr>
        <p:spPr>
          <a:xfrm>
            <a:off x="5118334" y="2994141"/>
            <a:ext cx="6641626" cy="590155"/>
          </a:xfrm>
          <a:prstGeom prst="rect">
            <a:avLst/>
          </a:prstGeom>
          <a:solidFill>
            <a:schemeClr val="dk1">
              <a:alpha val="80000"/>
            </a:schemeClr>
          </a:solidFill>
          <a:ln>
            <a:noFill/>
          </a:ln>
        </p:spPr>
        <p:txBody>
          <a:bodyPr spcFirstLastPara="1" wrap="square" lIns="180000" tIns="180000" rIns="180000" bIns="1800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body" idx="3"/>
          </p:nvPr>
        </p:nvSpPr>
        <p:spPr>
          <a:xfrm>
            <a:off x="6288000" y="3763648"/>
            <a:ext cx="5472000" cy="2428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ftr" idx="11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sldNum" idx="12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A"/>
              <a:t>‹Nº›</a:t>
            </a:fld>
            <a:endParaRPr/>
          </a:p>
        </p:txBody>
      </p:sp>
      <p:sp>
        <p:nvSpPr>
          <p:cNvPr id="64" name="Google Shape;64;p11"/>
          <p:cNvSpPr/>
          <p:nvPr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>
  <p:cSld name="Comparació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orbel"/>
              <a:buNone/>
              <a:defRPr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body" idx="1"/>
          </p:nvPr>
        </p:nvSpPr>
        <p:spPr>
          <a:xfrm>
            <a:off x="431800" y="1008000"/>
            <a:ext cx="11339513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body" idx="2"/>
          </p:nvPr>
        </p:nvSpPr>
        <p:spPr>
          <a:xfrm>
            <a:off x="432000" y="1515834"/>
            <a:ext cx="5472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 b="1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body" idx="3"/>
          </p:nvPr>
        </p:nvSpPr>
        <p:spPr>
          <a:xfrm>
            <a:off x="432000" y="2023668"/>
            <a:ext cx="5472000" cy="416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4"/>
          </p:nvPr>
        </p:nvSpPr>
        <p:spPr>
          <a:xfrm>
            <a:off x="6300000" y="1516359"/>
            <a:ext cx="5472000" cy="35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 b="1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body" idx="5"/>
          </p:nvPr>
        </p:nvSpPr>
        <p:spPr>
          <a:xfrm>
            <a:off x="6299887" y="2020359"/>
            <a:ext cx="5472113" cy="417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A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tografía grande">
  <p:cSld name="Fotografía grand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>
            <a:spLocks noGrp="1"/>
          </p:cNvSpPr>
          <p:nvPr>
            <p:ph type="pic" idx="2"/>
          </p:nvPr>
        </p:nvSpPr>
        <p:spPr>
          <a:xfrm>
            <a:off x="0" y="1"/>
            <a:ext cx="12192000" cy="637135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>
            <a:off x="6096000" y="5359400"/>
            <a:ext cx="5664000" cy="56589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80000" tIns="180000" rIns="180000" bIns="180000" anchor="ctr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ftr" idx="11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ldNum" idx="12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A"/>
              <a:t>‹Nº›</a:t>
            </a:fld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cias">
  <p:cSld name="Gracias">
    <p:bg>
      <p:bgPr>
        <a:solidFill>
          <a:srgbClr val="F2F2F2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>
            <a:spLocks noGrp="1"/>
          </p:cNvSpPr>
          <p:nvPr>
            <p:ph type="pic" idx="2"/>
          </p:nvPr>
        </p:nvSpPr>
        <p:spPr>
          <a:xfrm>
            <a:off x="0" y="0"/>
            <a:ext cx="9780102" cy="6804025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2" name="Google Shape;82;p14"/>
          <p:cNvSpPr txBox="1">
            <a:spLocks noGrp="1"/>
          </p:cNvSpPr>
          <p:nvPr>
            <p:ph type="ctrTitle"/>
          </p:nvPr>
        </p:nvSpPr>
        <p:spPr>
          <a:xfrm>
            <a:off x="8458200" y="2798354"/>
            <a:ext cx="3733800" cy="101368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80000" tIns="180000" rIns="252000" bIns="180000" anchor="t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Corbel"/>
              <a:buNone/>
              <a:defRPr sz="4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1"/>
          </p:nvPr>
        </p:nvSpPr>
        <p:spPr>
          <a:xfrm>
            <a:off x="8458200" y="3957705"/>
            <a:ext cx="2910342" cy="3168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0" tIns="0" rIns="72000" bIns="0" anchor="ctr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3"/>
          </p:nvPr>
        </p:nvSpPr>
        <p:spPr>
          <a:xfrm>
            <a:off x="8458200" y="4306722"/>
            <a:ext cx="2910342" cy="3168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0" tIns="0" rIns="72000" bIns="0" anchor="ctr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body" idx="4"/>
          </p:nvPr>
        </p:nvSpPr>
        <p:spPr>
          <a:xfrm>
            <a:off x="8458200" y="4655739"/>
            <a:ext cx="2910342" cy="3168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0" tIns="0" rIns="72000" bIns="0" anchor="ctr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body" idx="5"/>
          </p:nvPr>
        </p:nvSpPr>
        <p:spPr>
          <a:xfrm>
            <a:off x="8458200" y="5004756"/>
            <a:ext cx="2910342" cy="3168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0" tIns="0" rIns="72000" bIns="0" anchor="ctr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/>
          <p:nvPr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8458200" y="2685912"/>
            <a:ext cx="3733800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91" name="Google Shape;91;p14"/>
          <p:cNvSpPr txBox="1">
            <a:spLocks noGrp="1"/>
          </p:cNvSpPr>
          <p:nvPr>
            <p:ph type="sldNum" idx="12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A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contenido">
  <p:cSld name="Título y contenido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orbel"/>
              <a:buNone/>
              <a:defRPr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body" idx="1"/>
          </p:nvPr>
        </p:nvSpPr>
        <p:spPr>
          <a:xfrm>
            <a:off x="431800" y="1008000"/>
            <a:ext cx="11339513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body" idx="2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ftr" idx="11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sldNum" idx="12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A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>
  <p:cSld name="Dos objeto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orbel"/>
              <a:buNone/>
              <a:defRPr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1"/>
          </p:nvPr>
        </p:nvSpPr>
        <p:spPr>
          <a:xfrm>
            <a:off x="431800" y="1008000"/>
            <a:ext cx="11339513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body" idx="2"/>
          </p:nvPr>
        </p:nvSpPr>
        <p:spPr>
          <a:xfrm>
            <a:off x="432000" y="1512000"/>
            <a:ext cx="5472000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body" idx="3"/>
          </p:nvPr>
        </p:nvSpPr>
        <p:spPr>
          <a:xfrm>
            <a:off x="6299887" y="1511250"/>
            <a:ext cx="5472113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ftr" idx="11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A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a 3">
  <p:cSld name="Columna 3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orbel"/>
              <a:buNone/>
              <a:defRPr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body" idx="1"/>
          </p:nvPr>
        </p:nvSpPr>
        <p:spPr>
          <a:xfrm>
            <a:off x="431800" y="1008000"/>
            <a:ext cx="11339513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body" idx="2"/>
          </p:nvPr>
        </p:nvSpPr>
        <p:spPr>
          <a:xfrm>
            <a:off x="432000" y="1512000"/>
            <a:ext cx="3600000" cy="467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3"/>
          </p:nvPr>
        </p:nvSpPr>
        <p:spPr>
          <a:xfrm>
            <a:off x="4301550" y="1511476"/>
            <a:ext cx="3600450" cy="4679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4"/>
          </p:nvPr>
        </p:nvSpPr>
        <p:spPr>
          <a:xfrm>
            <a:off x="8171550" y="1511475"/>
            <a:ext cx="3600450" cy="467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ftr" idx="11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sldNum" idx="12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A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a 5">
  <p:cSld name="Columna 5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orbel"/>
              <a:buNone/>
              <a:defRPr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431800" y="1008000"/>
            <a:ext cx="11339513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body" idx="2"/>
          </p:nvPr>
        </p:nvSpPr>
        <p:spPr>
          <a:xfrm>
            <a:off x="432000" y="1512000"/>
            <a:ext cx="2160000" cy="467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>
                <a:solidFill>
                  <a:srgbClr val="3F3F3F"/>
                </a:solidFill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>
                <a:solidFill>
                  <a:srgbClr val="3F3F3F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3"/>
          </p:nvPr>
        </p:nvSpPr>
        <p:spPr>
          <a:xfrm>
            <a:off x="2726412" y="1512000"/>
            <a:ext cx="2160588" cy="467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body" idx="4"/>
          </p:nvPr>
        </p:nvSpPr>
        <p:spPr>
          <a:xfrm>
            <a:off x="5021412" y="1512000"/>
            <a:ext cx="2160588" cy="467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18"/>
          <p:cNvSpPr txBox="1">
            <a:spLocks noGrp="1"/>
          </p:cNvSpPr>
          <p:nvPr>
            <p:ph type="body" idx="5"/>
          </p:nvPr>
        </p:nvSpPr>
        <p:spPr>
          <a:xfrm>
            <a:off x="7316412" y="1507535"/>
            <a:ext cx="2160588" cy="467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body" idx="6"/>
          </p:nvPr>
        </p:nvSpPr>
        <p:spPr>
          <a:xfrm>
            <a:off x="9611412" y="1507535"/>
            <a:ext cx="2160588" cy="468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ftr" idx="11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8"/>
          <p:cNvSpPr txBox="1">
            <a:spLocks noGrp="1"/>
          </p:cNvSpPr>
          <p:nvPr>
            <p:ph type="sldNum" idx="12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A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>
  <p:cSld name="Solo el título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orbel"/>
              <a:buNone/>
              <a:defRPr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body" idx="1"/>
          </p:nvPr>
        </p:nvSpPr>
        <p:spPr>
          <a:xfrm>
            <a:off x="431800" y="1008000"/>
            <a:ext cx="11339513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ftr" idx="11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sldNum" idx="12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A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>
  <p:cSld name="En blanco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>
            <a:spLocks noGrp="1"/>
          </p:cNvSpPr>
          <p:nvPr>
            <p:ph type="ftr" idx="11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sldNum" idx="12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A"/>
              <a:t>‹Nº›</a:t>
            </a:fld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/>
          <p:nvPr/>
        </p:nvSpPr>
        <p:spPr>
          <a:xfrm>
            <a:off x="9780101" y="6371351"/>
            <a:ext cx="1979897" cy="4319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" name="Google Shape;11;p6"/>
          <p:cNvSpPr/>
          <p:nvPr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" name="Google Shape;12;p6"/>
          <p:cNvSpPr/>
          <p:nvPr/>
        </p:nvSpPr>
        <p:spPr>
          <a:xfrm>
            <a:off x="0" y="6371351"/>
            <a:ext cx="9780102" cy="432000"/>
          </a:xfrm>
          <a:custGeom>
            <a:avLst/>
            <a:gdLst/>
            <a:ahLst/>
            <a:cxnLst/>
            <a:rect l="l" t="t" r="r" b="b"/>
            <a:pathLst>
              <a:path w="9780102" h="432000" extrusionOk="0">
                <a:moveTo>
                  <a:pt x="0" y="0"/>
                </a:moveTo>
                <a:lnTo>
                  <a:pt x="9780102" y="0"/>
                </a:lnTo>
                <a:lnTo>
                  <a:pt x="9780102" y="432000"/>
                </a:lnTo>
                <a:lnTo>
                  <a:pt x="0" y="4320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3" name="Google Shape;13;p6"/>
          <p:cNvSpPr txBox="1"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Corbel"/>
              <a:buNone/>
              <a:defRPr sz="3200" b="1" i="0" u="none" strike="noStrike" cap="none">
                <a:solidFill>
                  <a:srgbClr val="3F3F3F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body" idx="1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F3F3F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3F3F3F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3F3F3F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3F3F3F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3F3F3F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endParaRPr/>
          </a:p>
        </p:txBody>
      </p:sp>
      <p:sp>
        <p:nvSpPr>
          <p:cNvPr id="15" name="Google Shape;15;p6"/>
          <p:cNvSpPr txBox="1">
            <a:spLocks noGrp="1"/>
          </p:cNvSpPr>
          <p:nvPr>
            <p:ph type="ftr" idx="11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3F3F3F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sldNum" idx="12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A"/>
              <a:t>‹Nº›</a:t>
            </a:fld>
            <a:endParaRPr/>
          </a:p>
        </p:txBody>
      </p:sp>
      <p:sp>
        <p:nvSpPr>
          <p:cNvPr id="17" name="Google Shape;17;p6"/>
          <p:cNvSpPr txBox="1"/>
          <p:nvPr/>
        </p:nvSpPr>
        <p:spPr>
          <a:xfrm>
            <a:off x="10243100" y="6422491"/>
            <a:ext cx="1053900" cy="380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08000" rIns="91425" bIns="0" anchor="ctr" anchorCtr="0">
            <a:spAutoFit/>
          </a:bodyPr>
          <a:lstStyle/>
          <a:p>
            <a:pPr marL="0" marR="0" lvl="0" indent="0" algn="r" rtl="0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A" sz="2500" b="1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rPr>
              <a:t>TREY</a:t>
            </a:r>
            <a:r>
              <a:rPr lang="es-PA" sz="1600" b="1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br>
              <a:rPr lang="es-PA" sz="1600" b="1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lang="es-PA" sz="1200" b="0" i="0" u="none" strike="noStrike" cap="none">
                <a:solidFill>
                  <a:srgbClr val="3F3F3F"/>
                </a:solidFill>
                <a:latin typeface="Corbel"/>
                <a:ea typeface="Corbel"/>
                <a:cs typeface="Corbel"/>
                <a:sym typeface="Corbel"/>
              </a:rPr>
              <a:t>research</a:t>
            </a:r>
            <a:endParaRPr/>
          </a:p>
        </p:txBody>
      </p:sp>
      <p:sp>
        <p:nvSpPr>
          <p:cNvPr id="18" name="Google Shape;18;p6"/>
          <p:cNvSpPr/>
          <p:nvPr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9" name="Google Shape;19;p6"/>
          <p:cNvSpPr/>
          <p:nvPr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cxnSp>
        <p:nvCxnSpPr>
          <p:cNvPr id="20" name="Google Shape;20;p6"/>
          <p:cNvCxnSpPr/>
          <p:nvPr/>
        </p:nvCxnSpPr>
        <p:spPr>
          <a:xfrm rot="10800000">
            <a:off x="1" y="6371351"/>
            <a:ext cx="12191999" cy="0"/>
          </a:xfrm>
          <a:prstGeom prst="straightConnector1">
            <a:avLst/>
          </a:prstGeom>
          <a:noFill/>
          <a:ln w="9525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" descr="Manos que se unen en un círculo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780588" cy="6804025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sp>
        <p:nvSpPr>
          <p:cNvPr id="138" name="Google Shape;138;p1"/>
          <p:cNvSpPr txBox="1">
            <a:spLocks noGrp="1"/>
          </p:cNvSpPr>
          <p:nvPr>
            <p:ph type="ctrTitle"/>
          </p:nvPr>
        </p:nvSpPr>
        <p:spPr>
          <a:xfrm>
            <a:off x="3200400" y="2799744"/>
            <a:ext cx="8991600" cy="12612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80000" tIns="180000" rIns="252000" bIns="180000" anchor="t" anchorCtr="0">
            <a:noAutofit/>
          </a:bodyPr>
          <a:lstStyle/>
          <a:p>
            <a:pPr marL="0" lvl="0" indent="0" algn="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200"/>
              <a:buFont typeface="Corbel"/>
              <a:buNone/>
            </a:pPr>
            <a:r>
              <a:rPr lang="es-PA" sz="5200"/>
              <a:t>Proyecto final-sistema de lavandería</a:t>
            </a:r>
            <a:endParaRPr/>
          </a:p>
        </p:txBody>
      </p:sp>
      <p:sp>
        <p:nvSpPr>
          <p:cNvPr id="139" name="Google Shape;139;p1"/>
          <p:cNvSpPr txBox="1"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  <a:prstGeom prst="rect">
            <a:avLst/>
          </a:prstGeom>
          <a:solidFill>
            <a:schemeClr val="dk1">
              <a:alpha val="80000"/>
            </a:schemeClr>
          </a:solidFill>
          <a:ln>
            <a:noFill/>
          </a:ln>
        </p:spPr>
        <p:txBody>
          <a:bodyPr spcFirstLastPara="1" wrap="square" lIns="180000" tIns="180000" rIns="180000" bIns="1800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s-PA"/>
              <a:t>Yair Barrios – Alexander Torres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" descr="Una mano tocando un teléfono móvil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-1"/>
            <a:ext cx="6096000" cy="637135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sp>
        <p:nvSpPr>
          <p:cNvPr id="146" name="Google Shape;146;p2"/>
          <p:cNvSpPr txBox="1">
            <a:spLocks noGrp="1"/>
          </p:cNvSpPr>
          <p:nvPr>
            <p:ph type="title"/>
          </p:nvPr>
        </p:nvSpPr>
        <p:spPr>
          <a:xfrm>
            <a:off x="7162524" y="1538923"/>
            <a:ext cx="4648200" cy="985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80000" tIns="180000" rIns="180000" bIns="180000" anchor="ctr" anchorCtr="0">
            <a:noAutofit/>
          </a:bodyPr>
          <a:lstStyle/>
          <a:p>
            <a:pPr marL="0" lvl="0" indent="0" algn="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200"/>
              <a:buFont typeface="Corbel"/>
              <a:buNone/>
            </a:pPr>
            <a:r>
              <a:rPr lang="es-PA" sz="5200"/>
              <a:t>Caso de uso</a:t>
            </a:r>
            <a:endParaRPr/>
          </a:p>
        </p:txBody>
      </p:sp>
      <p:sp>
        <p:nvSpPr>
          <p:cNvPr id="147" name="Google Shape;147;p2"/>
          <p:cNvSpPr txBox="1">
            <a:spLocks noGrp="1"/>
          </p:cNvSpPr>
          <p:nvPr>
            <p:ph type="body" idx="1"/>
          </p:nvPr>
        </p:nvSpPr>
        <p:spPr>
          <a:xfrm>
            <a:off x="7162524" y="2523924"/>
            <a:ext cx="4648200" cy="1162800"/>
          </a:xfrm>
          <a:prstGeom prst="rect">
            <a:avLst/>
          </a:prstGeom>
          <a:solidFill>
            <a:schemeClr val="dk1">
              <a:alpha val="80000"/>
            </a:schemeClr>
          </a:solidFill>
          <a:ln>
            <a:noFill/>
          </a:ln>
        </p:spPr>
        <p:txBody>
          <a:bodyPr spcFirstLastPara="1" wrap="square" lIns="180000" tIns="180000" rIns="180000" bIns="1800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s-PA"/>
              <a:t>Tareas realizadas por cada uno de los roles  de usuarios</a:t>
            </a:r>
            <a:endParaRPr/>
          </a:p>
        </p:txBody>
      </p:sp>
      <p:sp>
        <p:nvSpPr>
          <p:cNvPr id="148" name="Google Shape;148;p2"/>
          <p:cNvSpPr txBox="1">
            <a:spLocks noGrp="1"/>
          </p:cNvSpPr>
          <p:nvPr>
            <p:ph type="sldNum" idx="12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A"/>
              <a:t>2</a:t>
            </a:fld>
            <a:endParaRPr/>
          </a:p>
        </p:txBody>
      </p:sp>
      <p:pic>
        <p:nvPicPr>
          <p:cNvPr id="149" name="Google Shape;149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2000" y="566530"/>
            <a:ext cx="6519856" cy="5259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3" descr="Escritorio con un ordenador, un teléfono, libros, etc.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780588" cy="6371351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sp>
        <p:nvSpPr>
          <p:cNvPr id="156" name="Google Shape;156;p3"/>
          <p:cNvSpPr txBox="1">
            <a:spLocks noGrp="1"/>
          </p:cNvSpPr>
          <p:nvPr>
            <p:ph type="sldNum" idx="12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A"/>
              <a:t>3</a:t>
            </a:fld>
            <a:endParaRPr/>
          </a:p>
        </p:txBody>
      </p:sp>
      <p:sp>
        <p:nvSpPr>
          <p:cNvPr id="157" name="Google Shape;157;p3"/>
          <p:cNvSpPr txBox="1"/>
          <p:nvPr/>
        </p:nvSpPr>
        <p:spPr>
          <a:xfrm>
            <a:off x="659231" y="217975"/>
            <a:ext cx="8998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A" sz="5400" b="1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Diagrama de b</a:t>
            </a:r>
            <a:r>
              <a:rPr lang="es-PA" sz="54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ase de datos</a:t>
            </a:r>
            <a:endParaRPr sz="5400" b="1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58" name="Google Shape;158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9050" y="1219200"/>
            <a:ext cx="8998851" cy="52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"/>
          <p:cNvSpPr txBox="1">
            <a:spLocks noGrp="1"/>
          </p:cNvSpPr>
          <p:nvPr>
            <p:ph type="ctrTitle"/>
          </p:nvPr>
        </p:nvSpPr>
        <p:spPr>
          <a:xfrm>
            <a:off x="3215482" y="584041"/>
            <a:ext cx="7452518" cy="98217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80000" tIns="180000" rIns="252000" bIns="1800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orbel"/>
              <a:buNone/>
            </a:pPr>
            <a:r>
              <a:rPr lang="es-PA" sz="4800" dirty="0"/>
              <a:t>Diagrama de arquitectura</a:t>
            </a:r>
            <a:endParaRPr dirty="0"/>
          </a:p>
        </p:txBody>
      </p:sp>
      <p:sp>
        <p:nvSpPr>
          <p:cNvPr id="164" name="Google Shape;164;p4"/>
          <p:cNvSpPr txBox="1">
            <a:spLocks noGrp="1"/>
          </p:cNvSpPr>
          <p:nvPr>
            <p:ph type="sldNum" idx="12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A"/>
              <a:t>4</a:t>
            </a:fld>
            <a:endParaRPr/>
          </a:p>
        </p:txBody>
      </p:sp>
      <p:pic>
        <p:nvPicPr>
          <p:cNvPr id="165" name="Google Shape;16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8624" y="2480006"/>
            <a:ext cx="4219606" cy="2543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52294" y="3602046"/>
            <a:ext cx="4307706" cy="3201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0657" y="2425351"/>
            <a:ext cx="4397573" cy="265250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4"/>
          <p:cNvSpPr/>
          <p:nvPr/>
        </p:nvSpPr>
        <p:spPr>
          <a:xfrm rot="-3758185">
            <a:off x="6307527" y="3540692"/>
            <a:ext cx="307558" cy="1867345"/>
          </a:xfrm>
          <a:prstGeom prst="upDownArrow">
            <a:avLst>
              <a:gd name="adj1" fmla="val 19445"/>
              <a:gd name="adj2" fmla="val 31246"/>
            </a:avLst>
          </a:prstGeom>
          <a:solidFill>
            <a:srgbClr val="1698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69" name="Google Shape;169;p4"/>
          <p:cNvSpPr txBox="1">
            <a:spLocks noGrp="1"/>
          </p:cNvSpPr>
          <p:nvPr>
            <p:ph type="body" idx="1"/>
          </p:nvPr>
        </p:nvSpPr>
        <p:spPr>
          <a:xfrm>
            <a:off x="3215481" y="1566214"/>
            <a:ext cx="7452518" cy="142748"/>
          </a:xfrm>
          <a:prstGeom prst="rect">
            <a:avLst/>
          </a:prstGeom>
          <a:solidFill>
            <a:schemeClr val="dk1">
              <a:alpha val="80000"/>
            </a:schemeClr>
          </a:solidFill>
          <a:ln>
            <a:noFill/>
          </a:ln>
        </p:spPr>
        <p:txBody>
          <a:bodyPr spcFirstLastPara="1" wrap="square" lIns="180000" tIns="180000" rIns="252000" bIns="1800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s-PA"/>
              <a:t>.</a:t>
            </a:r>
            <a:endParaRPr/>
          </a:p>
        </p:txBody>
      </p:sp>
      <p:sp>
        <p:nvSpPr>
          <p:cNvPr id="170" name="Google Shape;170;p4"/>
          <p:cNvSpPr txBox="1"/>
          <p:nvPr/>
        </p:nvSpPr>
        <p:spPr>
          <a:xfrm>
            <a:off x="3215480" y="441293"/>
            <a:ext cx="7452518" cy="167214"/>
          </a:xfrm>
          <a:prstGeom prst="rect">
            <a:avLst/>
          </a:prstGeom>
          <a:solidFill>
            <a:schemeClr val="dk1">
              <a:alpha val="80000"/>
            </a:schemeClr>
          </a:solidFill>
          <a:ln>
            <a:noFill/>
          </a:ln>
        </p:spPr>
        <p:txBody>
          <a:bodyPr spcFirstLastPara="1" wrap="square" lIns="180000" tIns="180000" rIns="252000" bIns="180000" anchor="t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s-PA" sz="1800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.</a:t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 txBox="1">
            <a:spLocks noGrp="1"/>
          </p:cNvSpPr>
          <p:nvPr>
            <p:ph type="ctrTitle"/>
          </p:nvPr>
        </p:nvSpPr>
        <p:spPr>
          <a:xfrm>
            <a:off x="2892869" y="817732"/>
            <a:ext cx="5956300" cy="82214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80000" tIns="180000" rIns="252000" bIns="1800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800"/>
              <a:buFont typeface="Corbel"/>
              <a:buNone/>
            </a:pPr>
            <a:r>
              <a:rPr lang="es-PA"/>
              <a:t>Historias de usuario</a:t>
            </a:r>
            <a:endParaRPr/>
          </a:p>
        </p:txBody>
      </p:sp>
      <p:sp>
        <p:nvSpPr>
          <p:cNvPr id="176" name="Google Shape;176;p5"/>
          <p:cNvSpPr txBox="1">
            <a:spLocks noGrp="1"/>
          </p:cNvSpPr>
          <p:nvPr>
            <p:ph type="sldNum" idx="12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A"/>
              <a:t>5</a:t>
            </a:fld>
            <a:endParaRPr/>
          </a:p>
        </p:txBody>
      </p:sp>
      <p:graphicFrame>
        <p:nvGraphicFramePr>
          <p:cNvPr id="177" name="Google Shape;177;p5"/>
          <p:cNvGraphicFramePr/>
          <p:nvPr/>
        </p:nvGraphicFramePr>
        <p:xfrm>
          <a:off x="265239" y="2172715"/>
          <a:ext cx="3000000" cy="3000000"/>
        </p:xfrm>
        <a:graphic>
          <a:graphicData uri="http://schemas.openxmlformats.org/drawingml/2006/table">
            <a:tbl>
              <a:tblPr firstRow="1" firstCol="1" bandRow="1">
                <a:noFill/>
                <a:tableStyleId>{0DF87330-F45F-4541-BB3C-0F9A130F2DED}</a:tableStyleId>
              </a:tblPr>
              <a:tblGrid>
                <a:gridCol w="560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A" sz="1200" u="none" strike="noStrike" cap="none">
                          <a:solidFill>
                            <a:schemeClr val="dk1"/>
                          </a:solidFill>
                        </a:rPr>
                        <a:t>Como: Cliente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A" sz="1200" u="none" strike="noStrike" cap="none">
                          <a:solidFill>
                            <a:schemeClr val="dk1"/>
                          </a:solidFill>
                        </a:rPr>
                        <a:t>Quiero: Poder Registrarme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A" sz="1200" u="none" strike="noStrike" cap="none">
                          <a:solidFill>
                            <a:schemeClr val="dk1"/>
                          </a:solidFill>
                        </a:rPr>
                        <a:t>Para: Para poder utilizar la aplicación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8" name="Google Shape;178;p5"/>
          <p:cNvGraphicFramePr/>
          <p:nvPr/>
        </p:nvGraphicFramePr>
        <p:xfrm>
          <a:off x="6320981" y="2172715"/>
          <a:ext cx="3000000" cy="3000000"/>
        </p:xfrm>
        <a:graphic>
          <a:graphicData uri="http://schemas.openxmlformats.org/drawingml/2006/table">
            <a:tbl>
              <a:tblPr firstRow="1" firstCol="1" bandRow="1">
                <a:noFill/>
                <a:tableStyleId>{0DF87330-F45F-4541-BB3C-0F9A130F2DED}</a:tableStyleId>
              </a:tblPr>
              <a:tblGrid>
                <a:gridCol w="560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A" sz="1200" u="none" strike="noStrike" cap="none">
                          <a:solidFill>
                            <a:schemeClr val="dk1"/>
                          </a:solidFill>
                        </a:rPr>
                        <a:t>Como: Cliente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A" sz="1200" u="none" strike="noStrike" cap="none">
                          <a:solidFill>
                            <a:schemeClr val="dk1"/>
                          </a:solidFill>
                        </a:rPr>
                        <a:t>Quiero: Poder iniciar sesión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A" sz="1200" u="none" strike="noStrike" cap="none">
                          <a:solidFill>
                            <a:schemeClr val="dk1"/>
                          </a:solidFill>
                        </a:rPr>
                        <a:t>Para: Para poder utilizar la aplicación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9" name="Google Shape;179;p5"/>
          <p:cNvGraphicFramePr/>
          <p:nvPr/>
        </p:nvGraphicFramePr>
        <p:xfrm>
          <a:off x="265239" y="2927380"/>
          <a:ext cx="3000000" cy="3000000"/>
        </p:xfrm>
        <a:graphic>
          <a:graphicData uri="http://schemas.openxmlformats.org/drawingml/2006/table">
            <a:tbl>
              <a:tblPr firstRow="1" firstCol="1" bandRow="1">
                <a:noFill/>
                <a:tableStyleId>{0DF87330-F45F-4541-BB3C-0F9A130F2DED}</a:tableStyleId>
              </a:tblPr>
              <a:tblGrid>
                <a:gridCol w="560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A" sz="1200" u="none" strike="noStrike" cap="none">
                          <a:solidFill>
                            <a:srgbClr val="000000"/>
                          </a:solidFill>
                        </a:rPr>
                        <a:t>Como: Cliente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A" sz="1200" u="none" strike="noStrike" cap="none">
                          <a:solidFill>
                            <a:srgbClr val="000000"/>
                          </a:solidFill>
                        </a:rPr>
                        <a:t>Quiero: Modificar mis datos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A" sz="1200" u="none" strike="noStrike" cap="none">
                          <a:solidFill>
                            <a:srgbClr val="000000"/>
                          </a:solidFill>
                        </a:rPr>
                        <a:t>Para: Actualizar la información de mi contacto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0" name="Google Shape;180;p5"/>
          <p:cNvGraphicFramePr/>
          <p:nvPr/>
        </p:nvGraphicFramePr>
        <p:xfrm>
          <a:off x="6320981" y="2927380"/>
          <a:ext cx="3000000" cy="3000000"/>
        </p:xfrm>
        <a:graphic>
          <a:graphicData uri="http://schemas.openxmlformats.org/drawingml/2006/table">
            <a:tbl>
              <a:tblPr firstRow="1" firstCol="1" bandRow="1">
                <a:noFill/>
                <a:tableStyleId>{0DF87330-F45F-4541-BB3C-0F9A130F2DED}</a:tableStyleId>
              </a:tblPr>
              <a:tblGrid>
                <a:gridCol w="560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A" sz="1200" u="none" strike="noStrike" cap="none">
                          <a:solidFill>
                            <a:srgbClr val="000000"/>
                          </a:solidFill>
                        </a:rPr>
                        <a:t>Como: Cliente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A" sz="1200" u="none" strike="noStrike" cap="none">
                          <a:solidFill>
                            <a:srgbClr val="000000"/>
                          </a:solidFill>
                        </a:rPr>
                        <a:t>Quiero: Seleccionar la ropa 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A" sz="1200" u="none" strike="noStrike" cap="none">
                          <a:solidFill>
                            <a:srgbClr val="000000"/>
                          </a:solidFill>
                        </a:rPr>
                        <a:t>Para: enviar a la lavandería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1" name="Google Shape;181;p5"/>
          <p:cNvGraphicFramePr/>
          <p:nvPr/>
        </p:nvGraphicFramePr>
        <p:xfrm>
          <a:off x="265239" y="3682045"/>
          <a:ext cx="3000000" cy="3000000"/>
        </p:xfrm>
        <a:graphic>
          <a:graphicData uri="http://schemas.openxmlformats.org/drawingml/2006/table">
            <a:tbl>
              <a:tblPr firstRow="1" firstCol="1" bandRow="1">
                <a:noFill/>
                <a:tableStyleId>{0DF87330-F45F-4541-BB3C-0F9A130F2DED}</a:tableStyleId>
              </a:tblPr>
              <a:tblGrid>
                <a:gridCol w="560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A" sz="1200" u="none" strike="noStrike" cap="none">
                          <a:solidFill>
                            <a:srgbClr val="000000"/>
                          </a:solidFill>
                        </a:rPr>
                        <a:t>Como: Cliente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A" sz="1200" u="none" strike="noStrike" cap="none">
                          <a:solidFill>
                            <a:srgbClr val="000000"/>
                          </a:solidFill>
                        </a:rPr>
                        <a:t>Quiero: Pagar 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A" sz="1200" u="none" strike="noStrike" cap="none">
                          <a:solidFill>
                            <a:srgbClr val="000000"/>
                          </a:solidFill>
                        </a:rPr>
                        <a:t>Para: completar mi orden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2" name="Google Shape;182;p5"/>
          <p:cNvGraphicFramePr/>
          <p:nvPr/>
        </p:nvGraphicFramePr>
        <p:xfrm>
          <a:off x="6320981" y="3682045"/>
          <a:ext cx="3000000" cy="3000000"/>
        </p:xfrm>
        <a:graphic>
          <a:graphicData uri="http://schemas.openxmlformats.org/drawingml/2006/table">
            <a:tbl>
              <a:tblPr firstRow="1" firstCol="1" bandRow="1">
                <a:noFill/>
                <a:tableStyleId>{0DF87330-F45F-4541-BB3C-0F9A130F2DED}</a:tableStyleId>
              </a:tblPr>
              <a:tblGrid>
                <a:gridCol w="560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A" sz="1200" u="none" strike="noStrike" cap="none">
                          <a:solidFill>
                            <a:srgbClr val="000000"/>
                          </a:solidFill>
                        </a:rPr>
                        <a:t>Como: Cliente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A" sz="1200" u="none" strike="noStrike" cap="none">
                          <a:solidFill>
                            <a:srgbClr val="000000"/>
                          </a:solidFill>
                        </a:rPr>
                        <a:t>Quiero: ver mis pedidos realizados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A" sz="1200" u="none" strike="noStrike" cap="none">
                          <a:solidFill>
                            <a:srgbClr val="000000"/>
                          </a:solidFill>
                        </a:rPr>
                        <a:t>Para: Tener seguimiento de mi actividad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3" name="Google Shape;183;p5"/>
          <p:cNvGraphicFramePr/>
          <p:nvPr/>
        </p:nvGraphicFramePr>
        <p:xfrm>
          <a:off x="265239" y="4468088"/>
          <a:ext cx="3000000" cy="3000000"/>
        </p:xfrm>
        <a:graphic>
          <a:graphicData uri="http://schemas.openxmlformats.org/drawingml/2006/table">
            <a:tbl>
              <a:tblPr firstRow="1" firstCol="1" bandRow="1">
                <a:noFill/>
                <a:tableStyleId>{0DF87330-F45F-4541-BB3C-0F9A130F2DED}</a:tableStyleId>
              </a:tblPr>
              <a:tblGrid>
                <a:gridCol w="560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A" sz="1200" u="none" strike="noStrike" cap="none">
                          <a:solidFill>
                            <a:srgbClr val="000000"/>
                          </a:solidFill>
                        </a:rPr>
                        <a:t>Como: Lavandería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A" sz="1200" u="none" strike="noStrike" cap="none">
                          <a:solidFill>
                            <a:srgbClr val="000000"/>
                          </a:solidFill>
                        </a:rPr>
                        <a:t>Quiero: Agregar prendas de ropa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A" sz="1200" u="none" strike="noStrike" cap="none">
                          <a:solidFill>
                            <a:srgbClr val="000000"/>
                          </a:solidFill>
                        </a:rPr>
                        <a:t>Para: Para tener un catalogo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4" name="Google Shape;184;p5"/>
          <p:cNvGraphicFramePr/>
          <p:nvPr/>
        </p:nvGraphicFramePr>
        <p:xfrm>
          <a:off x="6320981" y="4476907"/>
          <a:ext cx="3000000" cy="3000000"/>
        </p:xfrm>
        <a:graphic>
          <a:graphicData uri="http://schemas.openxmlformats.org/drawingml/2006/table">
            <a:tbl>
              <a:tblPr firstRow="1" firstCol="1" bandRow="1">
                <a:noFill/>
                <a:tableStyleId>{0DF87330-F45F-4541-BB3C-0F9A130F2DED}</a:tableStyleId>
              </a:tblPr>
              <a:tblGrid>
                <a:gridCol w="560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A" sz="1200" u="none" strike="noStrike" cap="none">
                          <a:solidFill>
                            <a:srgbClr val="000000"/>
                          </a:solidFill>
                        </a:rPr>
                        <a:t>Como: Lavandería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A" sz="1200" u="none" strike="noStrike" cap="none">
                          <a:solidFill>
                            <a:srgbClr val="000000"/>
                          </a:solidFill>
                        </a:rPr>
                        <a:t>Quiero: Modificar prendas de ropa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A" sz="1200" u="none" strike="noStrike" cap="none">
                          <a:solidFill>
                            <a:srgbClr val="000000"/>
                          </a:solidFill>
                        </a:rPr>
                        <a:t>Para: Para actualizar mi catalogo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5" name="Google Shape;185;p5"/>
          <p:cNvGraphicFramePr/>
          <p:nvPr/>
        </p:nvGraphicFramePr>
        <p:xfrm>
          <a:off x="265239" y="5254131"/>
          <a:ext cx="3000000" cy="3000000"/>
        </p:xfrm>
        <a:graphic>
          <a:graphicData uri="http://schemas.openxmlformats.org/drawingml/2006/table">
            <a:tbl>
              <a:tblPr firstRow="1" firstCol="1" bandRow="1">
                <a:noFill/>
                <a:tableStyleId>{0DF87330-F45F-4541-BB3C-0F9A130F2DED}</a:tableStyleId>
              </a:tblPr>
              <a:tblGrid>
                <a:gridCol w="560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A" sz="1200" u="none" strike="noStrike" cap="none">
                          <a:solidFill>
                            <a:srgbClr val="000000"/>
                          </a:solidFill>
                        </a:rPr>
                        <a:t>Como: Lavandería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A" sz="1200" u="none" strike="noStrike" cap="none">
                          <a:solidFill>
                            <a:srgbClr val="000000"/>
                          </a:solidFill>
                        </a:rPr>
                        <a:t>Quiero: Ver los pedidos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A" sz="1200" u="none" strike="noStrike" cap="none">
                          <a:solidFill>
                            <a:srgbClr val="000000"/>
                          </a:solidFill>
                        </a:rPr>
                        <a:t>Para: Para atender mis clientes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6" name="Google Shape;186;p5"/>
          <p:cNvGraphicFramePr/>
          <p:nvPr/>
        </p:nvGraphicFramePr>
        <p:xfrm>
          <a:off x="6320981" y="5240148"/>
          <a:ext cx="3000000" cy="3000000"/>
        </p:xfrm>
        <a:graphic>
          <a:graphicData uri="http://schemas.openxmlformats.org/drawingml/2006/table">
            <a:tbl>
              <a:tblPr firstRow="1" firstCol="1" bandRow="1">
                <a:noFill/>
                <a:tableStyleId>{0DF87330-F45F-4541-BB3C-0F9A130F2DED}</a:tableStyleId>
              </a:tblPr>
              <a:tblGrid>
                <a:gridCol w="560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A" sz="1200" u="none" strike="noStrike" cap="none">
                          <a:solidFill>
                            <a:srgbClr val="000000"/>
                          </a:solidFill>
                        </a:rPr>
                        <a:t>Como: Delivery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A" sz="1200" u="none" strike="noStrike" cap="none">
                          <a:solidFill>
                            <a:srgbClr val="000000"/>
                          </a:solidFill>
                        </a:rPr>
                        <a:t>Quiero: Ver los pedidos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A" sz="1200" u="none" strike="noStrike" cap="none">
                          <a:solidFill>
                            <a:srgbClr val="000000"/>
                          </a:solidFill>
                        </a:rPr>
                        <a:t>Para: Para buscar y entregar</a:t>
                      </a:r>
                      <a:endParaRPr sz="120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7" name="Google Shape;187;p5"/>
          <p:cNvSpPr txBox="1"/>
          <p:nvPr/>
        </p:nvSpPr>
        <p:spPr>
          <a:xfrm>
            <a:off x="2892869" y="650449"/>
            <a:ext cx="5956300" cy="167283"/>
          </a:xfrm>
          <a:prstGeom prst="rect">
            <a:avLst/>
          </a:prstGeom>
          <a:solidFill>
            <a:schemeClr val="dk1">
              <a:alpha val="80000"/>
            </a:schemeClr>
          </a:solidFill>
          <a:ln>
            <a:noFill/>
          </a:ln>
        </p:spPr>
        <p:txBody>
          <a:bodyPr spcFirstLastPara="1" wrap="square" lIns="180000" tIns="180000" rIns="252000" bIns="180000" anchor="t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s-PA" sz="1800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.</a:t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88" name="Google Shape;188;p5"/>
          <p:cNvSpPr txBox="1"/>
          <p:nvPr/>
        </p:nvSpPr>
        <p:spPr>
          <a:xfrm>
            <a:off x="2892870" y="1639874"/>
            <a:ext cx="5956300" cy="149524"/>
          </a:xfrm>
          <a:prstGeom prst="rect">
            <a:avLst/>
          </a:prstGeom>
          <a:solidFill>
            <a:schemeClr val="dk1">
              <a:alpha val="80000"/>
            </a:schemeClr>
          </a:solidFill>
          <a:ln>
            <a:noFill/>
          </a:ln>
        </p:spPr>
        <p:txBody>
          <a:bodyPr spcFirstLastPara="1" wrap="square" lIns="180000" tIns="180000" rIns="252000" bIns="180000" anchor="t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s-PA" sz="1800">
                <a:solidFill>
                  <a:schemeClr val="lt1"/>
                </a:solidFill>
                <a:latin typeface="Candara"/>
                <a:ea typeface="Candara"/>
                <a:cs typeface="Candara"/>
                <a:sym typeface="Candara"/>
              </a:rPr>
              <a:t>.</a:t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Custom 129">
      <a:dk1>
        <a:srgbClr val="000000"/>
      </a:dk1>
      <a:lt1>
        <a:srgbClr val="FFFFFF"/>
      </a:lt1>
      <a:dk2>
        <a:srgbClr val="3F3F3F"/>
      </a:dk2>
      <a:lt2>
        <a:srgbClr val="F2F2F2"/>
      </a:lt2>
      <a:accent1>
        <a:srgbClr val="25C6E3"/>
      </a:accent1>
      <a:accent2>
        <a:srgbClr val="E80554"/>
      </a:accent2>
      <a:accent3>
        <a:srgbClr val="A9E26F"/>
      </a:accent3>
      <a:accent4>
        <a:srgbClr val="EAD000"/>
      </a:accent4>
      <a:accent5>
        <a:srgbClr val="1A0F49"/>
      </a:accent5>
      <a:accent6>
        <a:srgbClr val="FF4A01"/>
      </a:accent6>
      <a:hlink>
        <a:srgbClr val="25C6E3"/>
      </a:hlink>
      <a:folHlink>
        <a:srgbClr val="25C6E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</Words>
  <Application>Microsoft Office PowerPoint</Application>
  <PresentationFormat>Panorámica</PresentationFormat>
  <Paragraphs>48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Corbel</vt:lpstr>
      <vt:lpstr>Arial</vt:lpstr>
      <vt:lpstr>Calibri</vt:lpstr>
      <vt:lpstr>Candara</vt:lpstr>
      <vt:lpstr>Personalizado</vt:lpstr>
      <vt:lpstr>Proyecto final-sistema de lavandería</vt:lpstr>
      <vt:lpstr>Caso de uso</vt:lpstr>
      <vt:lpstr>Presentación de PowerPoint</vt:lpstr>
      <vt:lpstr>Diagrama de arquitectura</vt:lpstr>
      <vt:lpstr>Historias de usuario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yair barrios</dc:creator>
  <cp:lastModifiedBy>yair barrios</cp:lastModifiedBy>
  <cp:revision>1</cp:revision>
  <dcterms:created xsi:type="dcterms:W3CDTF">2024-05-30T22:26:11Z</dcterms:created>
  <dcterms:modified xsi:type="dcterms:W3CDTF">2024-07-15T22:42:49Z</dcterms:modified>
</cp:coreProperties>
</file>